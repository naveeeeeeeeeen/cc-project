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Distributed Document Processing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LLM Summarization</a:t>
            </a:r>
          </a:p>
          <a:p>
            <a:r>
              <a:t>Cloud-Native Architecture &amp; Processing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build this pipeline?</a:t>
            </a:r>
          </a:p>
          <a:p>
            <a:pPr lvl="1"/>
            <a:r>
              <a:t>Automate ingestion of large document volumes (PDFs, HTML)</a:t>
            </a:r>
          </a:p>
          <a:p>
            <a:pPr lvl="1"/>
            <a:r>
              <a:t>Extract text, generate summaries, and identify key entities using LLMs</a:t>
            </a:r>
          </a:p>
          <a:p>
            <a:pPr lvl="1"/>
            <a:r>
              <a:t>Provide a fast, searchable index for enterprise data retrieval</a:t>
            </a:r>
          </a:p>
          <a:p>
            <a:pPr lvl="1"/>
            <a:r>
              <a:t>Ensure high availability and auto-scaling via Kubernetes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decoupled, microservices-based approach:</a:t>
            </a:r>
          </a:p>
          <a:p>
            <a:pPr lvl="1"/>
            <a:r>
              <a:t>Ingestion API: Receives files, stores in MinIO, queues in Kafka</a:t>
            </a:r>
          </a:p>
          <a:p>
            <a:pPr lvl="1"/>
            <a:r>
              <a:t>Message Broker (Kafka): Ensures reliable, parallel task distribution</a:t>
            </a:r>
          </a:p>
          <a:p>
            <a:pPr lvl="1"/>
            <a:r>
              <a:t>Worker Pods: Process documents asynchronously</a:t>
            </a:r>
          </a:p>
          <a:p>
            <a:pPr lvl="1"/>
            <a:r>
              <a:t>Query API: Exposes Elasticsearch data for end-users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Data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Decoupling storage from messaging for performance</a:t>
            </a:r>
          </a:p>
          <a:p>
            <a:pPr lvl="1"/>
            <a:r>
              <a:t>User uploads document via REST API (FastAPI)</a:t>
            </a:r>
          </a:p>
          <a:p>
            <a:pPr lvl="1"/>
            <a:r>
              <a:t>File payload is immediately saved to Object Storage (MinIO)</a:t>
            </a:r>
          </a:p>
          <a:p>
            <a:pPr lvl="1"/>
            <a:r>
              <a:t>A lightweight metadata message (reference) is published to Kafka</a:t>
            </a:r>
          </a:p>
          <a:p>
            <a:pPr lvl="1"/>
            <a:r>
              <a:t>Prevents message broker bloat (Claim Check pattern)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Processing &amp; LLM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brain of the pipeline</a:t>
            </a:r>
          </a:p>
          <a:p>
            <a:pPr lvl="1"/>
            <a:r>
              <a:t>Workers consume Kafka messages via Consumer Groups for parallelism</a:t>
            </a:r>
          </a:p>
          <a:p>
            <a:pPr lvl="1"/>
            <a:r>
              <a:t>Text Extraction: PyMuPDF for PDFs, BeautifulSoup for HTML</a:t>
            </a:r>
          </a:p>
          <a:p>
            <a:pPr lvl="1"/>
            <a:r>
              <a:t>LLM Integration: Ollama or OpenAI generates 3-sentence summaries</a:t>
            </a:r>
          </a:p>
          <a:p>
            <a:pPr lvl="1"/>
            <a:r>
              <a:t>Entity Recognition: Extracts topics, names, dates, and organizations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Search &amp;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CQRS Pattern - Separating reads from writes</a:t>
            </a:r>
          </a:p>
          <a:p>
            <a:pPr lvl="1"/>
            <a:r>
              <a:t>Workers index processed results into Elasticsearch</a:t>
            </a:r>
          </a:p>
          <a:p>
            <a:pPr lvl="1"/>
            <a:r>
              <a:t>Query API exposes endpoints for Full-Text Search and filtering</a:t>
            </a:r>
          </a:p>
          <a:p>
            <a:pPr lvl="1"/>
            <a:r>
              <a:t>Supports faceted aggregations (e.g., top topics, document status)</a:t>
            </a:r>
          </a:p>
          <a:p>
            <a:pPr lvl="1"/>
            <a:r>
              <a:t>Provides sub-millisecond retrieval of processed metadata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Auto-Scaling (KEDA)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based on business metrics, not just CPU</a:t>
            </a:r>
          </a:p>
          <a:p>
            <a:pPr lvl="1"/>
            <a:r>
              <a:t>KEDA monitors Kafka consumer group lag (queue depth)</a:t>
            </a:r>
          </a:p>
          <a:p>
            <a:pPr lvl="1"/>
            <a:r>
              <a:t>Automatically scales Worker pods up during traffic bursts</a:t>
            </a:r>
          </a:p>
          <a:p>
            <a:pPr lvl="1"/>
            <a:r>
              <a:t>Scales down to minimum replicas when queue is empty</a:t>
            </a:r>
          </a:p>
          <a:p>
            <a:pPr lvl="1"/>
            <a:r>
              <a:t>Optimizes resource usage while maintaining high throughput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modern, cloud-native stack</a:t>
            </a:r>
          </a:p>
          <a:p>
            <a:pPr lvl="1"/>
            <a:r>
              <a:t>FastAPI (Python): High-performance asynchronous REST APIs</a:t>
            </a:r>
          </a:p>
          <a:p>
            <a:pPr lvl="1"/>
            <a:r>
              <a:t>Apache Kafka &amp; MinIO: Messaging and Object Storage</a:t>
            </a:r>
          </a:p>
          <a:p>
            <a:pPr lvl="1"/>
            <a:r>
              <a:t>Elasticsearch: Full-text indexing and analytics</a:t>
            </a:r>
          </a:p>
          <a:p>
            <a:pPr lvl="1"/>
            <a:r>
              <a:t>Kubernetes &amp; KEDA: Container orchestration and scaling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Proven capability at scale</a:t>
            </a:r>
          </a:p>
          <a:p>
            <a:pPr lvl="1"/>
            <a:r>
              <a:t>Stress Tested: Successfully processed 500+ concurrent documents</a:t>
            </a:r>
          </a:p>
          <a:p>
            <a:pPr lvl="1"/>
            <a:r>
              <a:t>High Throughput: Achieved ~7,300 docs/min processing speed</a:t>
            </a:r>
          </a:p>
          <a:p>
            <a:pPr lvl="1"/>
            <a:r>
              <a:t>Reliability: 0% error rate under load, at-least-once delivery</a:t>
            </a:r>
          </a:p>
          <a:p>
            <a:pPr lvl="1"/>
            <a:r>
              <a:t>Flexibility: Graceful degradation (Mock LLM fallback) ensures uptime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achievements</a:t>
            </a:r>
          </a:p>
          <a:p>
            <a:pPr lvl="1"/>
            <a:r>
              <a:t>Built a resilient, scalable, and modular document processing system</a:t>
            </a:r>
          </a:p>
          <a:p>
            <a:pPr lvl="1"/>
            <a:r>
              <a:t>Successfully integrated advanced LLM capabilities into a cloud pipeline</a:t>
            </a:r>
          </a:p>
          <a:p>
            <a:pPr lvl="1"/>
            <a:r>
              <a:t>Ready for enterprise deployment with Kubernetes and KEDA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